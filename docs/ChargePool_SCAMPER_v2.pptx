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56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kern="0" spc="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ChargePool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power-bank ecosystem that gives people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portable charging — without the burden of ownership.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anxiety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everywhere.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4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your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3566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to everyone.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3317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4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584448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is dead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84448" y="3566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Irony at its finest.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4F4F4"/>
          </a:solidFill>
          <a:ln/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19088" y="2514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outlet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19088" y="3566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public spaces.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ChargePool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 →  Use  →  Return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Rent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app or QR code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kiosk.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651760"/>
            <a:ext cx="0" cy="10972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60604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3200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anywhere.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on the go.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0" cy="10972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Anywhere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at any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ChargePool station.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2651760"/>
            <a:ext cx="0" cy="10972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0372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3200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Expired? Bank stops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until returned.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need to 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power bank → Shared rental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cards → Mobile app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payment → QR payment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shops → Automated kiosks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no longer need to buy, carry, or maintain their own power bank.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just a battery.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Into 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 rental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GPS tracking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 network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Add-ons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hotspot integration, emergency flashlight mode, and built-in phone stand.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what already works.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Bicycle-sharing systems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E-scooter rentals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book lending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transport card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Principle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from Station A. Return at Station B. A proven sharing-economy model, now applied to mobile charging.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up. Trim the friction.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Faster-charging power banks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kiosks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battery capacity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Minify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kiosk footprint, simpler app UX, and a faster rental flow — less than 10 seconds to borrow.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to Other Uses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wherever people need power.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Use Cases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charging during disasters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&amp; heritage site stations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campus networks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Airports, railways &amp; event venues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Smartphones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USB-powered device — earbuds, cameras, medical wearables — can benefit from the network.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every point of friction.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Gone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own a power bank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charge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extra cables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wall outlets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Outcome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inconvenience, less e-waste, and fewer moments where your phone dies at the worst possible time.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365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SCAMPER — 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/ Rearrange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ownership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→ Reversed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owns → Company owns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charges it → Pre-charged on demand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outlets → Mobile power delivery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purchase → Service subscription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0" cy="274320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74920" y="2084832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4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0" y="2286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Rearranged Logic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charging points fixed to walls everywhere, bring the battery to the user — wherever they are.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ChargePool transforms power banks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personal accessory into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utility.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energy when you need it.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it anywhere.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524</Words>
  <Application>Microsoft Office PowerPoint</Application>
  <PresentationFormat>On-screen Show (16:9)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ChargePool — SCAMPER Analysis</dc:title>
  <dc:subject>PptxGenJS Presentation</dc:subject>
  <dc:creator>PptxGenJS</dc:creator>
  <cp:lastModifiedBy>Adarsh Gupta</cp:lastModifiedBy>
  <cp:revision>2</cp:revision>
  <dcterms:created xsi:type="dcterms:W3CDTF">2026-06-09T04:28:17Z</dcterms:created>
  <dcterms:modified xsi:type="dcterms:W3CDTF">2026-06-09T04:43:37Z</dcterms:modified>
</cp:coreProperties>
</file>